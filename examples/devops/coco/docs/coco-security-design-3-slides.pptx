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84" d="100"/>
          <a:sy n="84" d="100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Architecture:</a:t>
            </a:r>
            <a:r>
              <a:rPr/>
              <a:t> </a:t>
            </a:r>
            <a:r>
              <a:rPr/>
              <a:t>three</a:t>
            </a:r>
            <a:r>
              <a:rPr/>
              <a:t> </a:t>
            </a:r>
            <a:r>
              <a:rPr/>
              <a:t>machines,</a:t>
            </a:r>
            <a:r>
              <a:rPr/>
              <a:t> </a:t>
            </a:r>
            <a:r>
              <a:rPr/>
              <a:t>one</a:t>
            </a:r>
            <a:r>
              <a:rPr/>
              <a:t> </a:t>
            </a:r>
            <a:r>
              <a:rPr/>
              <a:t>trust</a:t>
            </a:r>
            <a:r>
              <a:rPr/>
              <a:t> </a:t>
            </a:r>
            <a:r>
              <a:rPr/>
              <a:t>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NVFlare provisioning node</a:t>
            </a:r>
          </a:p>
          <a:p>
            <a:pPr lvl="1"/>
            <a:r>
              <a:rPr/>
              <a:t>Builds and tests the plaintext workload image.</a:t>
            </a:r>
          </a:p>
          <a:p>
            <a:pPr lvl="1"/>
            <a:r>
              <a:rPr/>
              <a:t>Signs the immutable OCI digest.</a:t>
            </a:r>
          </a:p>
          <a:p>
            <a:pPr lvl="1"/>
            <a:r>
              <a:rPr/>
              <a:t>Encrypts image layers with a fresh per-release key.</a:t>
            </a:r>
          </a:p>
          <a:p>
            <a:pPr lvl="1"/>
            <a:r>
              <a:rPr/>
              <a:t>Pushes only ciphertext to the TLS registry.</a:t>
            </a:r>
          </a:p>
          <a:p>
            <a:pPr lvl="1"/>
            <a:r>
              <a:rPr/>
              <a:t>Generates the Kata Agent policy, measured InitData, release authorization, and digest-pinned Pod YAML.</a:t>
            </a:r>
          </a:p>
          <a:p>
            <a:pPr lvl="1"/>
            <a:r>
              <a:rPr/>
              <a:t>Sends secret release material only to the independent trust administrator; sends only the Pod YAML and authenticated hash to CoCo IT.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Secure services</a:t>
            </a:r>
          </a:p>
          <a:p>
            <a:pPr lvl="1"/>
            <a:r>
              <a:rPr/>
              <a:t>TLS private registry stores encrypted images.</a:t>
            </a:r>
          </a:p>
          <a:p>
            <a:pPr lvl="1"/>
            <a:r>
              <a:rPr/>
              <a:t>TLS Trustee endpoint fronts KBS, AS, and RVPS.</a:t>
            </a:r>
          </a:p>
          <a:p>
            <a:pPr lvl="1"/>
            <a:r>
              <a:rPr/>
              <a:t>Verifies platform and workload handoffs.</a:t>
            </a:r>
          </a:p>
          <a:p>
            <a:pPr lvl="1"/>
            <a:r>
              <a:rPr/>
              <a:t>Installs the approved SNP measurement and TCB floors.</a:t>
            </a:r>
          </a:p>
          <a:p>
            <a:pPr lvl="1"/>
            <a:r>
              <a:rPr/>
              <a:t>Stores image keys and exact-path, default-deny release rules.</a:t>
            </a:r>
          </a:p>
          <a:p>
            <a:pPr lvl="1"/>
            <a:r>
              <a:rPr/>
              <a:t>Releases resources only when live CPU/GPU evidence and workload identity agree.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Adversarial CoCo cluster</a:t>
            </a:r>
          </a:p>
          <a:p>
            <a:pPr lvl="1"/>
            <a:r>
              <a:rPr/>
              <a:t>Kubernetes, containerd, Calico, NVIDIA GPU Operator, and digest-pinned Kata runtime.</a:t>
            </a:r>
          </a:p>
          <a:p>
            <a:pPr lvl="1"/>
            <a:r>
              <a:rPr/>
              <a:t>CoCo IT installs public digest-pinned runtime inputs without a signed bundle and launches unchanged Pod YAML.</a:t>
            </a:r>
          </a:p>
          <a:p>
            <a:pPr lvl="1"/>
            <a:r>
              <a:rPr/>
              <a:t>The host sees ciphertext and metadata; image decryption happens only inside the SEV-SNP Kata guest.</a:t>
            </a:r>
          </a:p>
          <a:p>
            <a:pPr lvl="1"/>
            <a:r>
              <a:rPr/>
              <a:t>CoCo retains availability control, but receives no image key, plaintext image, publisher credential, or KBS administration authority.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Trusted</a:t>
            </a:r>
            <a:r>
              <a:rPr/>
              <a:t> </a:t>
            </a:r>
            <a:r>
              <a:rPr/>
              <a:t>reference</a:t>
            </a:r>
            <a:r>
              <a:rPr/>
              <a:t> </a:t>
            </a:r>
            <a:r>
              <a:rPr/>
              <a:t>meets</a:t>
            </a:r>
            <a:r>
              <a:rPr/>
              <a:t> </a:t>
            </a:r>
            <a:r>
              <a:rPr/>
              <a:t>live</a:t>
            </a:r>
            <a:r>
              <a:rPr/>
              <a:t> </a:t>
            </a:r>
            <a:r>
              <a:rPr/>
              <a:t>evidence</a:t>
            </a:r>
            <a:r>
              <a:rPr/>
              <a:t> </a:t>
            </a:r>
            <a:r>
              <a:rPr/>
              <a:t>at</a:t>
            </a:r>
            <a:r>
              <a:rPr/>
              <a:t> </a:t>
            </a:r>
            <a:r>
              <a:rPr/>
              <a:t>one</a:t>
            </a:r>
            <a:r>
              <a:rPr/>
              <a:t> </a:t>
            </a:r>
            <a:r>
              <a:rPr/>
              <a:t>equality</a:t>
            </a:r>
            <a:r>
              <a:rPr/>
              <a:t> </a:t>
            </a:r>
            <a:r>
              <a:rPr/>
              <a:t>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Establish the trusted reference</a:t>
            </a:r>
          </a:p>
          <a:p>
            <a:pPr lvl="1">
              <a:buAutoNum type="arabicPeriod"/>
            </a:pPr>
            <a:r>
              <a:rPr/>
              <a:t>The trusted reference system generates a fresh 64-byte nonce.</a:t>
            </a:r>
          </a:p>
          <a:p>
            <a:pPr lvl="1">
              <a:buAutoNum type="arabicPeriod"/>
            </a:pPr>
            <a:r>
              <a:rPr/>
              <a:t>One Kata CoCo collector Pod runs </a:t>
            </a:r>
            <a:r>
              <a:rPr>
                <a:latin typeface="Courier"/>
              </a:rPr>
              <a:t>snpguest</a:t>
            </a:r>
            <a:r>
              <a:rPr/>
              <a:t> and places that nonce in SNP </a:t>
            </a:r>
            <a:r>
              <a:rPr>
                <a:latin typeface="Courier"/>
              </a:rPr>
              <a:t>REPORT_DATA</a:t>
            </a:r>
            <a:r>
              <a:rPr/>
              <a:t>.</a:t>
            </a:r>
          </a:p>
          <a:p>
            <a:pPr lvl="1">
              <a:buAutoNum type="arabicPeriod"/>
            </a:pPr>
            <a:r>
              <a:rPr/>
              <a:t>The trusted host verifies the AMD ARK/ASK/VCEK chain, report signature, reported TCB, and exact nonce binding.</a:t>
            </a:r>
          </a:p>
          <a:p>
            <a:pPr lvl="1">
              <a:buAutoNum type="arabicPeriod"/>
            </a:pPr>
            <a:r>
              <a:rPr/>
              <a:t>Stage 09 extracts </a:t>
            </a:r>
            <a:r>
              <a:rPr>
                <a:latin typeface="Courier"/>
              </a:rPr>
              <a:t>MEASUREMENT</a:t>
            </a:r>
            <a:r>
              <a:rPr/>
              <a:t> directly from signed report bytes </a:t>
            </a:r>
            <a:r>
              <a:rPr>
                <a:latin typeface="Courier"/>
              </a:rPr>
              <a:t>0x90..0xbf</a:t>
            </a:r>
            <a:r>
              <a:rPr/>
              <a:t> and reverifies retained hashes and TCB values.</a:t>
            </a:r>
          </a:p>
          <a:p>
            <a:pPr lvl="1">
              <a:buAutoNum type="arabicPeriod"/>
            </a:pPr>
            <a:r>
              <a:rPr/>
              <a:t>Stage 10 exports a five-value JSON through the provisioning node; a separate launch contract goes to the image owner.</a:t>
            </a:r>
          </a:p>
          <a:p>
            <a:pPr lvl="1">
              <a:buAutoNum type="arabicPeriod"/>
            </a:pPr>
            <a:r>
              <a:rPr/>
              <a:t>The secure-services administrator authenticates the sender, approves the five values, and installs RVPS references with its own AS policies. No signed bundle is required.</a:t>
            </a:r>
          </a:p>
          <a:p>
            <a:pPr lvl="0" marL="0" indent="0">
              <a:buNone/>
            </a:pPr>
            <a:r>
              <a:rPr/>
              <a:t>The offline </a:t>
            </a:r>
            <a:r>
              <a:rPr>
                <a:latin typeface="Courier"/>
              </a:rPr>
              <a:t>sev-snp-measure</a:t>
            </a:r>
            <a:r>
              <a:rPr/>
              <a:t> result is retained as a diagnostic model; it never replaces the hardware-signed report value.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Appraise every live workload</a:t>
            </a:r>
          </a:p>
          <a:p>
            <a:pPr lvl="1">
              <a:buAutoNum type="arabicPeriod"/>
            </a:pPr>
            <a:r>
              <a:rPr/>
              <a:t>Kata starts a fresh SEV-SNP guest and submits CPU evidence, InitData/HOST_DATA, and NVIDIA GPU evidence to Trustee.</a:t>
            </a:r>
          </a:p>
          <a:p>
            <a:pPr lvl="1">
              <a:buAutoNum type="arabicPeriod"/>
            </a:pPr>
            <a:r>
              <a:rPr/>
              <a:t>KBS obtains a signed EAR from AS/RVPS after appraisal of both AMD SEV-SNP CPU evidence and NVIDIA GPU evidence. CPU appraisal requires the live signed </a:t>
            </a:r>
            <a:r>
              <a:rPr>
                <a:latin typeface="Courier"/>
              </a:rPr>
              <a:t>MEASUREMENT</a:t>
            </a:r>
            <a:r>
              <a:rPr/>
              <a:t>, TCB floors, and disabled debug/migration; GPU appraisal requires accepted NVIDIA evidence.</a:t>
            </a:r>
          </a:p>
          <a:p>
            <a:pPr lvl="1">
              <a:buAutoNum type="arabicPeriod"/>
            </a:pPr>
            <a:r>
              <a:rPr/>
              <a:t>KBS requires exactly the </a:t>
            </a:r>
            <a:r>
              <a:rPr>
                <a:latin typeface="Courier"/>
              </a:rPr>
              <a:t>cpu0</a:t>
            </a:r>
            <a:r>
              <a:rPr/>
              <a:t> and </a:t>
            </a:r>
            <a:r>
              <a:rPr>
                <a:latin typeface="Courier"/>
              </a:rPr>
              <a:t>gpu0</a:t>
            </a:r>
            <a:r>
              <a:rPr/>
              <a:t> submodules and the exact approved eight-component trust vector for each. Failure of either attestation denies every resource.</a:t>
            </a:r>
          </a:p>
          <a:p>
            <a:pPr lvl="1">
              <a:buAutoNum type="arabicPeriod"/>
            </a:pPr>
            <a:r>
              <a:rPr/>
              <a:t>KBS then matches the InitData hash, immutable image digest, command, and actual resource path. Only after all platform and workload gates pass does it JWE-encrypt the approved resources to the attested guest key.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Attacks</a:t>
            </a:r>
            <a:r>
              <a:rPr/>
              <a:t> </a:t>
            </a:r>
            <a:r>
              <a:rPr/>
              <a:t>controlled</a:t>
            </a:r>
            <a:r>
              <a:rPr/>
              <a:t> </a:t>
            </a:r>
            <a:r>
              <a:rPr/>
              <a:t>by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CoCo</a:t>
            </a:r>
            <a:r>
              <a:rPr/>
              <a:t> </a:t>
            </a:r>
            <a:r>
              <a:rPr/>
              <a:t>owner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Attack</a:t>
                      </a:r>
                      <a:r>
                        <a:rPr/>
                        <a:t> </a:t>
                      </a:r>
                      <a:r>
                        <a:rPr/>
                        <a:t>on</a:t>
                      </a:r>
                      <a:r>
                        <a:rPr/>
                        <a:t> </a:t>
                      </a:r>
                      <a:r>
                        <a:rPr/>
                        <a:t>the</a:t>
                      </a:r>
                      <a:r>
                        <a:rPr/>
                        <a:t> </a:t>
                      </a:r>
                      <a:r>
                        <a:rPr/>
                        <a:t>CoCo</a:t>
                      </a:r>
                      <a:r>
                        <a:rPr/>
                        <a:t> </a:t>
                      </a:r>
                      <a:r>
                        <a:rPr/>
                        <a:t>cluster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Mitigation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Result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Read</a:t>
                      </a:r>
                      <a:r>
                        <a:rPr/>
                        <a:t> </a:t>
                      </a:r>
                      <a:r>
                        <a:rPr/>
                        <a:t>registry</a:t>
                      </a:r>
                      <a:r>
                        <a:rPr/>
                        <a:t> </a:t>
                      </a:r>
                      <a:r>
                        <a:rPr/>
                        <a:t>blobs,</a:t>
                      </a:r>
                      <a:r>
                        <a:rPr/>
                        <a:t> </a:t>
                      </a:r>
                      <a:r>
                        <a:rPr/>
                        <a:t>containerd</a:t>
                      </a:r>
                      <a:r>
                        <a:rPr/>
                        <a:t> </a:t>
                      </a:r>
                      <a:r>
                        <a:rPr/>
                        <a:t>cache,</a:t>
                      </a:r>
                      <a:r>
                        <a:rPr/>
                        <a:t> </a:t>
                      </a:r>
                      <a:r>
                        <a:rPr/>
                        <a:t>or</a:t>
                      </a:r>
                      <a:r>
                        <a:rPr/>
                        <a:t> </a:t>
                      </a:r>
                      <a:r>
                        <a:rPr/>
                        <a:t>host</a:t>
                      </a:r>
                      <a:r>
                        <a:rPr/>
                        <a:t> </a:t>
                      </a:r>
                      <a:r>
                        <a:rPr/>
                        <a:t>files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OCI</a:t>
                      </a:r>
                      <a:r>
                        <a:rPr/>
                        <a:t> </a:t>
                      </a:r>
                      <a:r>
                        <a:rPr/>
                        <a:t>layers</a:t>
                      </a:r>
                      <a:r>
                        <a:rPr/>
                        <a:t> </a:t>
                      </a:r>
                      <a:r>
                        <a:rPr/>
                        <a:t>are</a:t>
                      </a:r>
                      <a:r>
                        <a:rPr/>
                        <a:t> </a:t>
                      </a:r>
                      <a:r>
                        <a:rPr/>
                        <a:t>encrypted</a:t>
                      </a:r>
                      <a:r>
                        <a:rPr/>
                        <a:t> </a:t>
                      </a:r>
                      <a:r>
                        <a:rPr/>
                        <a:t>before</a:t>
                      </a:r>
                      <a:r>
                        <a:rPr/>
                        <a:t> </a:t>
                      </a:r>
                      <a:r>
                        <a:rPr/>
                        <a:t>publication;</a:t>
                      </a:r>
                      <a:r>
                        <a:rPr/>
                        <a:t> </a:t>
                      </a:r>
                      <a:r>
                        <a:rPr/>
                        <a:t>the</a:t>
                      </a:r>
                      <a:r>
                        <a:rPr/>
                        <a:t> </a:t>
                      </a:r>
                      <a:r>
                        <a:rPr/>
                        <a:t>key</a:t>
                      </a:r>
                      <a:r>
                        <a:rPr/>
                        <a:t> </a:t>
                      </a:r>
                      <a:r>
                        <a:rPr/>
                        <a:t>is</a:t>
                      </a:r>
                      <a:r>
                        <a:rPr/>
                        <a:t> </a:t>
                      </a:r>
                      <a:r>
                        <a:rPr/>
                        <a:t>released</a:t>
                      </a:r>
                      <a:r>
                        <a:rPr/>
                        <a:t> </a:t>
                      </a:r>
                      <a:r>
                        <a:rPr/>
                        <a:t>only</a:t>
                      </a:r>
                      <a:r>
                        <a:rPr/>
                        <a:t> </a:t>
                      </a:r>
                      <a:r>
                        <a:rPr/>
                        <a:t>to</a:t>
                      </a:r>
                      <a:r>
                        <a:rPr/>
                        <a:t> </a:t>
                      </a:r>
                      <a:r>
                        <a:rPr/>
                        <a:t>an</a:t>
                      </a:r>
                      <a:r>
                        <a:rPr/>
                        <a:t> </a:t>
                      </a:r>
                      <a:r>
                        <a:rPr/>
                        <a:t>attested</a:t>
                      </a:r>
                      <a:r>
                        <a:rPr/>
                        <a:t> </a:t>
                      </a:r>
                      <a:r>
                        <a:rPr/>
                        <a:t>guest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Ciphertext</a:t>
                      </a:r>
                      <a:r>
                        <a:rPr/>
                        <a:t> </a:t>
                      </a:r>
                      <a:r>
                        <a:rPr/>
                        <a:t>only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Replace</a:t>
                      </a:r>
                      <a:r>
                        <a:rPr/>
                        <a:t> </a:t>
                      </a:r>
                      <a:r>
                        <a:rPr/>
                        <a:t>an</a:t>
                      </a:r>
                      <a:r>
                        <a:rPr/>
                        <a:t> </a:t>
                      </a:r>
                      <a:r>
                        <a:rPr/>
                        <a:t>image,</a:t>
                      </a:r>
                      <a:r>
                        <a:rPr/>
                        <a:t> </a:t>
                      </a:r>
                      <a:r>
                        <a:rPr/>
                        <a:t>tag,</a:t>
                      </a:r>
                      <a:r>
                        <a:rPr/>
                        <a:t> </a:t>
                      </a:r>
                      <a:r>
                        <a:rPr/>
                        <a:t>manifest,</a:t>
                      </a:r>
                      <a:r>
                        <a:rPr/>
                        <a:t> </a:t>
                      </a:r>
                      <a:r>
                        <a:rPr/>
                        <a:t>or</a:t>
                      </a:r>
                      <a:r>
                        <a:rPr/>
                        <a:t> </a:t>
                      </a:r>
                      <a:r>
                        <a:rPr/>
                        <a:t>layer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Immutable</a:t>
                      </a:r>
                      <a:r>
                        <a:rPr/>
                        <a:t> </a:t>
                      </a:r>
                      <a:r>
                        <a:rPr/>
                        <a:t>digest,</a:t>
                      </a:r>
                      <a:r>
                        <a:rPr/>
                        <a:t> </a:t>
                      </a:r>
                      <a:r>
                        <a:rPr/>
                        <a:t>Cosign</a:t>
                      </a:r>
                      <a:r>
                        <a:rPr/>
                        <a:t> </a:t>
                      </a:r>
                      <a:r>
                        <a:rPr/>
                        <a:t>verification,</a:t>
                      </a:r>
                      <a:r>
                        <a:rPr/>
                        <a:t> </a:t>
                      </a:r>
                      <a:r>
                        <a:rPr/>
                        <a:t>authenticated</a:t>
                      </a:r>
                      <a:r>
                        <a:rPr/>
                        <a:t> </a:t>
                      </a:r>
                      <a:r>
                        <a:rPr/>
                        <a:t>encryption,</a:t>
                      </a:r>
                      <a:r>
                        <a:rPr/>
                        <a:t> </a:t>
                      </a:r>
                      <a:r>
                        <a:rPr/>
                        <a:t>Agent</a:t>
                      </a:r>
                      <a:r>
                        <a:rPr/>
                        <a:t> </a:t>
                      </a:r>
                      <a:r>
                        <a:rPr/>
                        <a:t>policy,</a:t>
                      </a:r>
                      <a:r>
                        <a:rPr/>
                        <a:t> </a:t>
                      </a:r>
                      <a:r>
                        <a:rPr/>
                        <a:t>and</a:t>
                      </a:r>
                      <a:r>
                        <a:rPr/>
                        <a:t> </a:t>
                      </a:r>
                      <a:r>
                        <a:rPr/>
                        <a:t>KBS</a:t>
                      </a:r>
                      <a:r>
                        <a:rPr/>
                        <a:t> </a:t>
                      </a:r>
                      <a:r>
                        <a:rPr/>
                        <a:t>image</a:t>
                      </a:r>
                      <a:r>
                        <a:rPr/>
                        <a:t> </a:t>
                      </a:r>
                      <a:r>
                        <a:rPr/>
                        <a:t>binding</a:t>
                      </a:r>
                      <a:r>
                        <a:rPr/>
                        <a:t> </a:t>
                      </a:r>
                      <a:r>
                        <a:rPr/>
                        <a:t>must</a:t>
                      </a:r>
                      <a:r>
                        <a:rPr/>
                        <a:t> </a:t>
                      </a:r>
                      <a:r>
                        <a:rPr/>
                        <a:t>agree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No</a:t>
                      </a:r>
                      <a:r>
                        <a:rPr/>
                        <a:t> </a:t>
                      </a:r>
                      <a:r>
                        <a:rPr/>
                        <a:t>start</a:t>
                      </a:r>
                      <a:r>
                        <a:rPr/>
                        <a:t> </a:t>
                      </a:r>
                      <a:r>
                        <a:rPr/>
                        <a:t>or</a:t>
                      </a:r>
                      <a:r>
                        <a:rPr/>
                        <a:t> </a:t>
                      </a:r>
                      <a:r>
                        <a:rPr/>
                        <a:t>no</a:t>
                      </a:r>
                      <a:r>
                        <a:rPr/>
                        <a:t> </a:t>
                      </a:r>
                      <a:r>
                        <a:rPr/>
                        <a:t>key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Change</a:t>
                      </a:r>
                      <a:r>
                        <a:rPr/>
                        <a:t> </a:t>
                      </a:r>
                      <a:r>
                        <a:rPr/>
                        <a:t>command,</a:t>
                      </a:r>
                      <a:r>
                        <a:rPr/>
                        <a:t> </a:t>
                      </a:r>
                      <a:r>
                        <a:rPr/>
                        <a:t>UID/GID,</a:t>
                      </a:r>
                      <a:r>
                        <a:rPr/>
                        <a:t> </a:t>
                      </a:r>
                      <a:r>
                        <a:rPr/>
                        <a:t>environment,</a:t>
                      </a:r>
                      <a:r>
                        <a:rPr/>
                        <a:t> </a:t>
                      </a:r>
                      <a:r>
                        <a:rPr/>
                        <a:t>mounts,</a:t>
                      </a:r>
                      <a:r>
                        <a:rPr/>
                        <a:t> </a:t>
                      </a:r>
                      <a:r>
                        <a:rPr/>
                        <a:t>or</a:t>
                      </a:r>
                      <a:r>
                        <a:rPr/>
                        <a:t> </a:t>
                      </a:r>
                      <a:r>
                        <a:rPr/>
                        <a:t>OCI</a:t>
                      </a:r>
                      <a:r>
                        <a:rPr/>
                        <a:t> </a:t>
                      </a:r>
                      <a:r>
                        <a:rPr/>
                        <a:t>properties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Kata</a:t>
                      </a:r>
                      <a:r>
                        <a:rPr/>
                        <a:t> </a:t>
                      </a:r>
                      <a:r>
                        <a:rPr/>
                        <a:t>Agent</a:t>
                      </a:r>
                      <a:r>
                        <a:rPr/>
                        <a:t> </a:t>
                      </a:r>
                      <a:r>
                        <a:rPr/>
                        <a:t>policy</a:t>
                      </a:r>
                      <a:r>
                        <a:rPr/>
                        <a:t> </a:t>
                      </a:r>
                      <a:r>
                        <a:rPr/>
                        <a:t>constrains</a:t>
                      </a:r>
                      <a:r>
                        <a:rPr/>
                        <a:t> </a:t>
                      </a:r>
                      <a:r>
                        <a:rPr/>
                        <a:t>the</a:t>
                      </a:r>
                      <a:r>
                        <a:rPr/>
                        <a:t> </a:t>
                      </a:r>
                      <a:r>
                        <a:rPr/>
                        <a:t>exact</a:t>
                      </a:r>
                      <a:r>
                        <a:rPr/>
                        <a:t> </a:t>
                      </a:r>
                      <a:r>
                        <a:rPr>
                          <a:latin typeface="Courier"/>
                        </a:rPr>
                        <a:t>CreateContainerRequest</a:t>
                      </a:r>
                      <a:r>
                        <a:rPr/>
                        <a:t>;</a:t>
                      </a:r>
                      <a:r>
                        <a:rPr/>
                        <a:t> </a:t>
                      </a:r>
                      <a:r>
                        <a:rPr/>
                        <a:t>KBS</a:t>
                      </a:r>
                      <a:r>
                        <a:rPr/>
                        <a:t> </a:t>
                      </a:r>
                      <a:r>
                        <a:rPr/>
                        <a:t>binds</a:t>
                      </a:r>
                      <a:r>
                        <a:rPr/>
                        <a:t> </a:t>
                      </a:r>
                      <a:r>
                        <a:rPr/>
                        <a:t>command</a:t>
                      </a:r>
                      <a:r>
                        <a:rPr/>
                        <a:t> </a:t>
                      </a:r>
                      <a:r>
                        <a:rPr/>
                        <a:t>and</a:t>
                      </a:r>
                      <a:r>
                        <a:rPr/>
                        <a:t> </a:t>
                      </a:r>
                      <a:r>
                        <a:rPr/>
                        <a:t>image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Guest</a:t>
                      </a:r>
                      <a:r>
                        <a:rPr/>
                        <a:t> </a:t>
                      </a:r>
                      <a:r>
                        <a:rPr/>
                        <a:t>request</a:t>
                      </a:r>
                      <a:r>
                        <a:rPr/>
                        <a:t> </a:t>
                      </a:r>
                      <a:r>
                        <a:rPr/>
                        <a:t>denied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Modify</a:t>
                      </a:r>
                      <a:r>
                        <a:rPr/>
                        <a:t> </a:t>
                      </a:r>
                      <a:r>
                        <a:rPr/>
                        <a:t>Pod</a:t>
                      </a:r>
                      <a:r>
                        <a:rPr/>
                        <a:t> </a:t>
                      </a:r>
                      <a:r>
                        <a:rPr/>
                        <a:t>InitData,</a:t>
                      </a:r>
                      <a:r>
                        <a:rPr/>
                        <a:t> </a:t>
                      </a:r>
                      <a:r>
                        <a:rPr/>
                        <a:t>Trustee</a:t>
                      </a:r>
                      <a:r>
                        <a:rPr/>
                        <a:t> </a:t>
                      </a:r>
                      <a:r>
                        <a:rPr/>
                        <a:t>endpoint,</a:t>
                      </a:r>
                      <a:r>
                        <a:rPr/>
                        <a:t> </a:t>
                      </a:r>
                      <a:r>
                        <a:rPr/>
                        <a:t>CA,</a:t>
                      </a:r>
                      <a:r>
                        <a:rPr/>
                        <a:t> </a:t>
                      </a:r>
                      <a:r>
                        <a:rPr/>
                        <a:t>or</a:t>
                      </a:r>
                      <a:r>
                        <a:rPr/>
                        <a:t> </a:t>
                      </a:r>
                      <a:r>
                        <a:rPr/>
                        <a:t>image</a:t>
                      </a:r>
                      <a:r>
                        <a:rPr/>
                        <a:t> </a:t>
                      </a:r>
                      <a:r>
                        <a:rPr/>
                        <a:t>policy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Exact</a:t>
                      </a:r>
                      <a:r>
                        <a:rPr/>
                        <a:t> </a:t>
                      </a:r>
                      <a:r>
                        <a:rPr/>
                        <a:t>InitData</a:t>
                      </a:r>
                      <a:r>
                        <a:rPr/>
                        <a:t> </a:t>
                      </a:r>
                      <a:r>
                        <a:rPr/>
                        <a:t>hash</a:t>
                      </a:r>
                      <a:r>
                        <a:rPr/>
                        <a:t> </a:t>
                      </a:r>
                      <a:r>
                        <a:rPr/>
                        <a:t>is</a:t>
                      </a:r>
                      <a:r>
                        <a:rPr/>
                        <a:t> </a:t>
                      </a:r>
                      <a:r>
                        <a:rPr/>
                        <a:t>carried</a:t>
                      </a:r>
                      <a:r>
                        <a:rPr/>
                        <a:t> </a:t>
                      </a:r>
                      <a:r>
                        <a:rPr/>
                        <a:t>in</a:t>
                      </a:r>
                      <a:r>
                        <a:rPr/>
                        <a:t> </a:t>
                      </a:r>
                      <a:r>
                        <a:rPr/>
                        <a:t>SNP</a:t>
                      </a:r>
                      <a:r>
                        <a:rPr/>
                        <a:t> </a:t>
                      </a:r>
                      <a:r>
                        <a:rPr>
                          <a:latin typeface="Courier"/>
                        </a:rPr>
                        <a:t>HOST_DATA</a:t>
                      </a:r>
                      <a:r>
                        <a:rPr/>
                        <a:t> </a:t>
                      </a:r>
                      <a:r>
                        <a:rPr/>
                        <a:t>and</a:t>
                      </a:r>
                      <a:r>
                        <a:rPr/>
                        <a:t> </a:t>
                      </a:r>
                      <a:r>
                        <a:rPr/>
                        <a:t>matched</a:t>
                      </a:r>
                      <a:r>
                        <a:rPr/>
                        <a:t> </a:t>
                      </a:r>
                      <a:r>
                        <a:rPr/>
                        <a:t>by</a:t>
                      </a:r>
                      <a:r>
                        <a:rPr/>
                        <a:t> </a:t>
                      </a:r>
                      <a:r>
                        <a:rPr/>
                        <a:t>release</a:t>
                      </a:r>
                      <a:r>
                        <a:rPr/>
                        <a:t> </a:t>
                      </a:r>
                      <a:r>
                        <a:rPr/>
                        <a:t>policy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Attestation/release</a:t>
                      </a:r>
                      <a:r>
                        <a:rPr/>
                        <a:t> </a:t>
                      </a:r>
                      <a:r>
                        <a:rPr/>
                        <a:t>denied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Replace</a:t>
                      </a:r>
                      <a:r>
                        <a:rPr/>
                        <a:t> </a:t>
                      </a:r>
                      <a:r>
                        <a:rPr/>
                        <a:t>Kata</a:t>
                      </a:r>
                      <a:r>
                        <a:rPr/>
                        <a:t> </a:t>
                      </a:r>
                      <a:r>
                        <a:rPr/>
                        <a:t>kernel,</a:t>
                      </a:r>
                      <a:r>
                        <a:rPr/>
                        <a:t> </a:t>
                      </a:r>
                      <a:r>
                        <a:rPr/>
                        <a:t>firmware,</a:t>
                      </a:r>
                      <a:r>
                        <a:rPr/>
                        <a:t> </a:t>
                      </a:r>
                      <a:r>
                        <a:rPr/>
                        <a:t>rootfs,</a:t>
                      </a:r>
                      <a:r>
                        <a:rPr/>
                        <a:t> </a:t>
                      </a:r>
                      <a:r>
                        <a:rPr/>
                        <a:t>or</a:t>
                      </a:r>
                      <a:r>
                        <a:rPr/>
                        <a:t> </a:t>
                      </a:r>
                      <a:r>
                        <a:rPr/>
                        <a:t>runtime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Live</a:t>
                      </a:r>
                      <a:r>
                        <a:rPr/>
                        <a:t> </a:t>
                      </a:r>
                      <a:r>
                        <a:rPr/>
                        <a:t>AMD-signed</a:t>
                      </a:r>
                      <a:r>
                        <a:rPr/>
                        <a:t> </a:t>
                      </a:r>
                      <a:r>
                        <a:rPr/>
                        <a:t>SNP</a:t>
                      </a:r>
                      <a:r>
                        <a:rPr/>
                        <a:t> </a:t>
                      </a:r>
                      <a:r>
                        <a:rPr>
                          <a:latin typeface="Courier"/>
                        </a:rPr>
                        <a:t>MEASUREMENT</a:t>
                      </a:r>
                      <a:r>
                        <a:rPr/>
                        <a:t> </a:t>
                      </a:r>
                      <a:r>
                        <a:rPr/>
                        <a:t>differs</a:t>
                      </a:r>
                      <a:r>
                        <a:rPr/>
                        <a:t> </a:t>
                      </a:r>
                      <a:r>
                        <a:rPr/>
                        <a:t>from</a:t>
                      </a:r>
                      <a:r>
                        <a:rPr/>
                        <a:t> </a:t>
                      </a:r>
                      <a:r>
                        <a:rPr/>
                        <a:t>the</a:t>
                      </a:r>
                      <a:r>
                        <a:rPr/>
                        <a:t> </a:t>
                      </a:r>
                      <a:r>
                        <a:rPr/>
                        <a:t>approved</a:t>
                      </a:r>
                      <a:r>
                        <a:rPr/>
                        <a:t> </a:t>
                      </a:r>
                      <a:r>
                        <a:rPr/>
                        <a:t>AS/RVPS</a:t>
                      </a:r>
                      <a:r>
                        <a:rPr/>
                        <a:t> </a:t>
                      </a:r>
                      <a:r>
                        <a:rPr/>
                        <a:t>reference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CPU</a:t>
                      </a:r>
                      <a:r>
                        <a:rPr/>
                        <a:t> </a:t>
                      </a:r>
                      <a:r>
                        <a:rPr/>
                        <a:t>trust</a:t>
                      </a:r>
                      <a:r>
                        <a:rPr/>
                        <a:t> </a:t>
                      </a:r>
                      <a:r>
                        <a:rPr/>
                        <a:t>vector</a:t>
                      </a:r>
                      <a:r>
                        <a:rPr/>
                        <a:t> </a:t>
                      </a:r>
                      <a:r>
                        <a:rPr/>
                        <a:t>fails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Fake</a:t>
                      </a:r>
                      <a:r>
                        <a:rPr/>
                        <a:t> </a:t>
                      </a:r>
                      <a:r>
                        <a:rPr/>
                        <a:t>evidence,</a:t>
                      </a:r>
                      <a:r>
                        <a:rPr/>
                        <a:t> </a:t>
                      </a:r>
                      <a:r>
                        <a:rPr/>
                        <a:t>replay</a:t>
                      </a:r>
                      <a:r>
                        <a:rPr/>
                        <a:t> </a:t>
                      </a:r>
                      <a:r>
                        <a:rPr/>
                        <a:t>evidence,</a:t>
                      </a:r>
                      <a:r>
                        <a:rPr/>
                        <a:t> </a:t>
                      </a:r>
                      <a:r>
                        <a:rPr/>
                        <a:t>enable</a:t>
                      </a:r>
                      <a:r>
                        <a:rPr/>
                        <a:t> </a:t>
                      </a:r>
                      <a:r>
                        <a:rPr/>
                        <a:t>debug,</a:t>
                      </a:r>
                      <a:r>
                        <a:rPr/>
                        <a:t> </a:t>
                      </a:r>
                      <a:r>
                        <a:rPr/>
                        <a:t>migrate,</a:t>
                      </a:r>
                      <a:r>
                        <a:rPr/>
                        <a:t> </a:t>
                      </a:r>
                      <a:r>
                        <a:rPr/>
                        <a:t>or</a:t>
                      </a:r>
                      <a:r>
                        <a:rPr/>
                        <a:t> </a:t>
                      </a:r>
                      <a:r>
                        <a:rPr/>
                        <a:t>downgrade</a:t>
                      </a:r>
                      <a:r>
                        <a:rPr/>
                        <a:t> </a:t>
                      </a:r>
                      <a:r>
                        <a:rPr/>
                        <a:t>TCB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Fresh</a:t>
                      </a:r>
                      <a:r>
                        <a:rPr/>
                        <a:t> </a:t>
                      </a:r>
                      <a:r>
                        <a:rPr/>
                        <a:t>challenge/session</a:t>
                      </a:r>
                      <a:r>
                        <a:rPr/>
                        <a:t> </a:t>
                      </a:r>
                      <a:r>
                        <a:rPr/>
                        <a:t>binding,</a:t>
                      </a:r>
                      <a:r>
                        <a:rPr/>
                        <a:t> </a:t>
                      </a:r>
                      <a:r>
                        <a:rPr/>
                        <a:t>AMD</a:t>
                      </a:r>
                      <a:r>
                        <a:rPr/>
                        <a:t> </a:t>
                      </a:r>
                      <a:r>
                        <a:rPr/>
                        <a:t>and</a:t>
                      </a:r>
                      <a:r>
                        <a:rPr/>
                        <a:t> </a:t>
                      </a:r>
                      <a:r>
                        <a:rPr/>
                        <a:t>EAR</a:t>
                      </a:r>
                      <a:r>
                        <a:rPr/>
                        <a:t> </a:t>
                      </a:r>
                      <a:r>
                        <a:rPr/>
                        <a:t>signatures,</a:t>
                      </a:r>
                      <a:r>
                        <a:rPr/>
                        <a:t> </a:t>
                      </a:r>
                      <a:r>
                        <a:rPr/>
                        <a:t>debug/migration</a:t>
                      </a:r>
                      <a:r>
                        <a:rPr/>
                        <a:t> </a:t>
                      </a:r>
                      <a:r>
                        <a:rPr/>
                        <a:t>checks,</a:t>
                      </a:r>
                      <a:r>
                        <a:rPr/>
                        <a:t> </a:t>
                      </a:r>
                      <a:r>
                        <a:rPr/>
                        <a:t>and</a:t>
                      </a:r>
                      <a:r>
                        <a:rPr/>
                        <a:t> </a:t>
                      </a:r>
                      <a:r>
                        <a:rPr/>
                        <a:t>minimum</a:t>
                      </a:r>
                      <a:r>
                        <a:rPr/>
                        <a:t> </a:t>
                      </a:r>
                      <a:r>
                        <a:rPr/>
                        <a:t>TCB</a:t>
                      </a:r>
                      <a:r>
                        <a:rPr/>
                        <a:t> </a:t>
                      </a:r>
                      <a:r>
                        <a:rPr/>
                        <a:t>floors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Appraisal</a:t>
                      </a:r>
                      <a:r>
                        <a:rPr/>
                        <a:t> </a:t>
                      </a:r>
                      <a:r>
                        <a:rPr/>
                        <a:t>fails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Request</a:t>
                      </a:r>
                      <a:r>
                        <a:rPr/>
                        <a:t> </a:t>
                      </a:r>
                      <a:r>
                        <a:rPr/>
                        <a:t>another</a:t>
                      </a:r>
                      <a:r>
                        <a:rPr/>
                        <a:t> </a:t>
                      </a:r>
                      <a:r>
                        <a:rPr/>
                        <a:t>KBS</a:t>
                      </a:r>
                      <a:r>
                        <a:rPr/>
                        <a:t> </a:t>
                      </a:r>
                      <a:r>
                        <a:rPr/>
                        <a:t>resource</a:t>
                      </a:r>
                      <a:r>
                        <a:rPr/>
                        <a:t> </a:t>
                      </a:r>
                      <a:r>
                        <a:rPr/>
                        <a:t>or</a:t>
                      </a:r>
                      <a:r>
                        <a:rPr/>
                        <a:t> </a:t>
                      </a:r>
                      <a:r>
                        <a:rPr/>
                        <a:t>another</a:t>
                      </a:r>
                      <a:r>
                        <a:rPr/>
                        <a:t> </a:t>
                      </a:r>
                      <a:r>
                        <a:rPr/>
                        <a:t>release’s</a:t>
                      </a:r>
                      <a:r>
                        <a:rPr/>
                        <a:t> </a:t>
                      </a:r>
                      <a:r>
                        <a:rPr/>
                        <a:t>key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The</a:t>
                      </a:r>
                      <a:r>
                        <a:rPr/>
                        <a:t> </a:t>
                      </a:r>
                      <a:r>
                        <a:rPr/>
                        <a:t>actual</a:t>
                      </a:r>
                      <a:r>
                        <a:rPr/>
                        <a:t> </a:t>
                      </a:r>
                      <a:r>
                        <a:rPr/>
                        <a:t>path</a:t>
                      </a:r>
                      <a:r>
                        <a:rPr/>
                        <a:t> </a:t>
                      </a:r>
                      <a:r>
                        <a:rPr/>
                        <a:t>is</a:t>
                      </a:r>
                      <a:r>
                        <a:rPr/>
                        <a:t> </a:t>
                      </a:r>
                      <a:r>
                        <a:rPr/>
                        <a:t>evaluated</a:t>
                      </a:r>
                      <a:r>
                        <a:rPr/>
                        <a:t> </a:t>
                      </a:r>
                      <a:r>
                        <a:rPr/>
                        <a:t>for</a:t>
                      </a:r>
                      <a:r>
                        <a:rPr/>
                        <a:t> </a:t>
                      </a:r>
                      <a:r>
                        <a:rPr/>
                        <a:t>every</a:t>
                      </a:r>
                      <a:r>
                        <a:rPr/>
                        <a:t> </a:t>
                      </a:r>
                      <a:r>
                        <a:rPr/>
                        <a:t>request</a:t>
                      </a:r>
                      <a:r>
                        <a:rPr/>
                        <a:t> </a:t>
                      </a:r>
                      <a:r>
                        <a:rPr/>
                        <a:t>against</a:t>
                      </a:r>
                      <a:r>
                        <a:rPr/>
                        <a:t> </a:t>
                      </a:r>
                      <a:r>
                        <a:rPr/>
                        <a:t>an</a:t>
                      </a:r>
                      <a:r>
                        <a:rPr/>
                        <a:t> </a:t>
                      </a:r>
                      <a:r>
                        <a:rPr/>
                        <a:t>exact</a:t>
                      </a:r>
                      <a:r>
                        <a:rPr/>
                        <a:t> </a:t>
                      </a:r>
                      <a:r>
                        <a:rPr/>
                        <a:t>allow-list</a:t>
                      </a:r>
                      <a:r>
                        <a:rPr/>
                        <a:t> </a:t>
                      </a:r>
                      <a:r>
                        <a:rPr/>
                        <a:t>with</a:t>
                      </a:r>
                      <a:r>
                        <a:rPr/>
                        <a:t> </a:t>
                      </a:r>
                      <a:r>
                        <a:rPr/>
                        <a:t>default</a:t>
                      </a:r>
                      <a:r>
                        <a:rPr/>
                        <a:t> </a:t>
                      </a:r>
                      <a:r>
                        <a:rPr/>
                        <a:t>deny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Resource</a:t>
                      </a:r>
                      <a:r>
                        <a:rPr/>
                        <a:t> </a:t>
                      </a:r>
                      <a:r>
                        <a:rPr/>
                        <a:t>denied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Use</a:t>
                      </a:r>
                      <a:r>
                        <a:rPr/>
                        <a:t> </a:t>
                      </a:r>
                      <a:r>
                        <a:rPr>
                          <a:latin typeface="Courier"/>
                        </a:rPr>
                        <a:t>kubectl exec</a:t>
                      </a:r>
                      <a:r>
                        <a:rPr/>
                        <a:t>,</a:t>
                      </a:r>
                      <a:r>
                        <a:rPr/>
                        <a:t> </a:t>
                      </a:r>
                      <a:r>
                        <a:rPr/>
                        <a:t>attach,</a:t>
                      </a:r>
                      <a:r>
                        <a:rPr/>
                        <a:t> </a:t>
                      </a:r>
                      <a:r>
                        <a:rPr/>
                        <a:t>copy,</a:t>
                      </a:r>
                      <a:r>
                        <a:rPr/>
                        <a:t> </a:t>
                      </a:r>
                      <a:r>
                        <a:rPr/>
                        <a:t>ephemeral</a:t>
                      </a:r>
                      <a:r>
                        <a:rPr/>
                        <a:t> </a:t>
                      </a:r>
                      <a:r>
                        <a:rPr/>
                        <a:t>debug,</a:t>
                      </a:r>
                      <a:r>
                        <a:rPr/>
                        <a:t> </a:t>
                      </a:r>
                      <a:r>
                        <a:rPr/>
                        <a:t>or</a:t>
                      </a:r>
                      <a:r>
                        <a:rPr/>
                        <a:t> </a:t>
                      </a:r>
                      <a:r>
                        <a:rPr/>
                        <a:t>SSH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Agent</a:t>
                      </a:r>
                      <a:r>
                        <a:rPr/>
                        <a:t> </a:t>
                      </a:r>
                      <a:r>
                        <a:rPr/>
                        <a:t>policy</a:t>
                      </a:r>
                      <a:r>
                        <a:rPr/>
                        <a:t> </a:t>
                      </a:r>
                      <a:r>
                        <a:rPr/>
                        <a:t>denies</a:t>
                      </a:r>
                      <a:r>
                        <a:rPr/>
                        <a:t> </a:t>
                      </a:r>
                      <a:r>
                        <a:rPr/>
                        <a:t>exec/stream</a:t>
                      </a:r>
                      <a:r>
                        <a:rPr/>
                        <a:t> </a:t>
                      </a:r>
                      <a:r>
                        <a:rPr/>
                        <a:t>operations;</a:t>
                      </a:r>
                      <a:r>
                        <a:rPr/>
                        <a:t> </a:t>
                      </a:r>
                      <a:r>
                        <a:rPr/>
                        <a:t>the</a:t>
                      </a:r>
                      <a:r>
                        <a:rPr/>
                        <a:t> </a:t>
                      </a:r>
                      <a:r>
                        <a:rPr/>
                        <a:t>Pod</a:t>
                      </a:r>
                      <a:r>
                        <a:rPr/>
                        <a:t> </a:t>
                      </a:r>
                      <a:r>
                        <a:rPr/>
                        <a:t>has</a:t>
                      </a:r>
                      <a:r>
                        <a:rPr/>
                        <a:t> </a:t>
                      </a:r>
                      <a:r>
                        <a:rPr/>
                        <a:t>no</a:t>
                      </a:r>
                      <a:r>
                        <a:rPr/>
                        <a:t> </a:t>
                      </a:r>
                      <a:r>
                        <a:rPr/>
                        <a:t>SSH</a:t>
                      </a:r>
                      <a:r>
                        <a:rPr/>
                        <a:t> </a:t>
                      </a:r>
                      <a:r>
                        <a:rPr/>
                        <a:t>server,</a:t>
                      </a:r>
                      <a:r>
                        <a:rPr/>
                        <a:t> </a:t>
                      </a:r>
                      <a:r>
                        <a:rPr/>
                        <a:t>credentials,</a:t>
                      </a:r>
                      <a:r>
                        <a:rPr/>
                        <a:t> </a:t>
                      </a:r>
                      <a:r>
                        <a:rPr/>
                        <a:t>host</a:t>
                      </a:r>
                      <a:r>
                        <a:rPr/>
                        <a:t> </a:t>
                      </a:r>
                      <a:r>
                        <a:rPr/>
                        <a:t>mounts,</a:t>
                      </a:r>
                      <a:r>
                        <a:rPr/>
                        <a:t> </a:t>
                      </a:r>
                      <a:r>
                        <a:rPr/>
                        <a:t>or</a:t>
                      </a:r>
                      <a:r>
                        <a:rPr/>
                        <a:t> </a:t>
                      </a:r>
                      <a:r>
                        <a:rPr/>
                        <a:t>service-account</a:t>
                      </a:r>
                      <a:r>
                        <a:rPr/>
                        <a:t> </a:t>
                      </a:r>
                      <a:r>
                        <a:rPr/>
                        <a:t>token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No</a:t>
                      </a:r>
                      <a:r>
                        <a:rPr/>
                        <a:t> </a:t>
                      </a:r>
                      <a:r>
                        <a:rPr/>
                        <a:t>guest</a:t>
                      </a:r>
                      <a:r>
                        <a:rPr/>
                        <a:t> </a:t>
                      </a:r>
                      <a:r>
                        <a:rPr/>
                        <a:t>shell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Inspect</a:t>
                      </a:r>
                      <a:r>
                        <a:rPr/>
                        <a:t> </a:t>
                      </a:r>
                      <a:r>
                        <a:rPr/>
                        <a:t>or</a:t>
                      </a:r>
                      <a:r>
                        <a:rPr/>
                        <a:t> </a:t>
                      </a:r>
                      <a:r>
                        <a:rPr/>
                        <a:t>alter</a:t>
                      </a:r>
                      <a:r>
                        <a:rPr/>
                        <a:t> </a:t>
                      </a:r>
                      <a:r>
                        <a:rPr/>
                        <a:t>guest</a:t>
                      </a:r>
                      <a:r>
                        <a:rPr/>
                        <a:t> </a:t>
                      </a:r>
                      <a:r>
                        <a:rPr/>
                        <a:t>memory</a:t>
                      </a:r>
                      <a:r>
                        <a:rPr/>
                        <a:t> </a:t>
                      </a:r>
                      <a:r>
                        <a:rPr/>
                        <a:t>from</a:t>
                      </a:r>
                      <a:r>
                        <a:rPr/>
                        <a:t> </a:t>
                      </a:r>
                      <a:r>
                        <a:rPr/>
                        <a:t>the</a:t>
                      </a:r>
                      <a:r>
                        <a:rPr/>
                        <a:t> </a:t>
                      </a:r>
                      <a:r>
                        <a:rPr/>
                        <a:t>host/VMM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SEV-SNP</a:t>
                      </a:r>
                      <a:r>
                        <a:rPr/>
                        <a:t> </a:t>
                      </a:r>
                      <a:r>
                        <a:rPr/>
                        <a:t>encrypts</a:t>
                      </a:r>
                      <a:r>
                        <a:rPr/>
                        <a:t> </a:t>
                      </a:r>
                      <a:r>
                        <a:rPr/>
                        <a:t>guest</a:t>
                      </a:r>
                      <a:r>
                        <a:rPr/>
                        <a:t> </a:t>
                      </a:r>
                      <a:r>
                        <a:rPr/>
                        <a:t>memory</a:t>
                      </a:r>
                      <a:r>
                        <a:rPr/>
                        <a:t> </a:t>
                      </a:r>
                      <a:r>
                        <a:rPr/>
                        <a:t>and</a:t>
                      </a:r>
                      <a:r>
                        <a:rPr/>
                        <a:t> </a:t>
                      </a:r>
                      <a:r>
                        <a:rPr/>
                        <a:t>protects</a:t>
                      </a:r>
                      <a:r>
                        <a:rPr/>
                        <a:t> </a:t>
                      </a:r>
                      <a:r>
                        <a:rPr/>
                        <a:t>its</a:t>
                      </a:r>
                      <a:r>
                        <a:rPr/>
                        <a:t> </a:t>
                      </a:r>
                      <a:r>
                        <a:rPr/>
                        <a:t>integrity</a:t>
                      </a:r>
                      <a:r>
                        <a:rPr/>
                        <a:t> </a:t>
                      </a:r>
                      <a:r>
                        <a:rPr/>
                        <a:t>from</a:t>
                      </a:r>
                      <a:r>
                        <a:rPr/>
                        <a:t> </a:t>
                      </a:r>
                      <a:r>
                        <a:rPr/>
                        <a:t>the</a:t>
                      </a:r>
                      <a:r>
                        <a:rPr/>
                        <a:t> </a:t>
                      </a:r>
                      <a:r>
                        <a:rPr/>
                        <a:t>hypervisor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Plaintext</a:t>
                      </a:r>
                      <a:r>
                        <a:rPr/>
                        <a:t> </a:t>
                      </a:r>
                      <a:r>
                        <a:rPr/>
                        <a:t>remains</a:t>
                      </a:r>
                      <a:r>
                        <a:rPr/>
                        <a:t> </a:t>
                      </a:r>
                      <a:r>
                        <a:rPr/>
                        <a:t>in</a:t>
                      </a:r>
                      <a:r>
                        <a:rPr/>
                        <a:t> </a:t>
                      </a:r>
                      <a:r>
                        <a:rPr/>
                        <a:t>TEE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Kill,</a:t>
                      </a:r>
                      <a:r>
                        <a:rPr/>
                        <a:t> </a:t>
                      </a:r>
                      <a:r>
                        <a:rPr/>
                        <a:t>pause,</a:t>
                      </a:r>
                      <a:r>
                        <a:rPr/>
                        <a:t> </a:t>
                      </a:r>
                      <a:r>
                        <a:rPr/>
                        <a:t>starve,</a:t>
                      </a:r>
                      <a:r>
                        <a:rPr/>
                        <a:t> </a:t>
                      </a:r>
                      <a:r>
                        <a:rPr/>
                        <a:t>or</a:t>
                      </a:r>
                      <a:r>
                        <a:rPr/>
                        <a:t> </a:t>
                      </a:r>
                      <a:r>
                        <a:rPr/>
                        <a:t>disconnect</a:t>
                      </a:r>
                      <a:r>
                        <a:rPr/>
                        <a:t> </a:t>
                      </a:r>
                      <a:r>
                        <a:rPr/>
                        <a:t>the</a:t>
                      </a:r>
                      <a:r>
                        <a:rPr/>
                        <a:t> </a:t>
                      </a:r>
                      <a:r>
                        <a:rPr/>
                        <a:t>Pod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Availability</a:t>
                      </a:r>
                      <a:r>
                        <a:rPr/>
                        <a:t> </a:t>
                      </a:r>
                      <a:r>
                        <a:rPr/>
                        <a:t>is</a:t>
                      </a:r>
                      <a:r>
                        <a:rPr/>
                        <a:t> </a:t>
                      </a:r>
                      <a:r>
                        <a:rPr/>
                        <a:t>deliberately</a:t>
                      </a:r>
                      <a:r>
                        <a:rPr/>
                        <a:t> </a:t>
                      </a:r>
                      <a:r>
                        <a:rPr/>
                        <a:t>outside</a:t>
                      </a:r>
                      <a:r>
                        <a:rPr/>
                        <a:t> </a:t>
                      </a:r>
                      <a:r>
                        <a:rPr/>
                        <a:t>the</a:t>
                      </a:r>
                      <a:r>
                        <a:rPr/>
                        <a:t> </a:t>
                      </a:r>
                      <a:r>
                        <a:rPr/>
                        <a:t>confidentiality/integrity</a:t>
                      </a:r>
                      <a:r>
                        <a:rPr/>
                        <a:t> </a:t>
                      </a:r>
                      <a:r>
                        <a:rPr/>
                        <a:t>guarantee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Denial</a:t>
                      </a:r>
                      <a:r>
                        <a:rPr/>
                        <a:t> </a:t>
                      </a:r>
                      <a:r>
                        <a:rPr/>
                        <a:t>of</a:t>
                      </a:r>
                      <a:r>
                        <a:rPr/>
                        <a:t> </a:t>
                      </a:r>
                      <a:r>
                        <a:rPr/>
                        <a:t>service</a:t>
                      </a:r>
                      <a:r>
                        <a:rPr/>
                        <a:t> </a:t>
                      </a:r>
                      <a:r>
                        <a:rPr/>
                        <a:t>remains</a:t>
                      </a:r>
                      <a:r>
                        <a:rPr/>
                        <a:t> </a:t>
                      </a:r>
                      <a:r>
                        <a:rPr/>
                        <a:t>possible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2026-09-10T00:31:55Z</dcterms:created>
  <dcterms:modified xsi:type="dcterms:W3CDTF">2026-09-10T00:31:55Z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spectratio">
    <vt:lpwstr>169</vt:lpwstr>
  </property>
</Properties>
</file>